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RAMA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D7435"/>
                </a:solidFill>
              </a:defRPr>
            </a:pPr>
            <a:r>
              <a:t>Gestión integral de propiedades con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17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5AC85"/>
                </a:solidFill>
              </a:defRPr>
            </a:pPr>
            <a:r>
              <a:t>Documentos · Números · Resumen · Conversación natural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Desorden de documentos y versiones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Cálculos dispersos (Excel, correos, notas)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Tiempo perdido buscando información y rehaciendo tareas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La 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Un asistente que centraliza todo por propiedad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Entiende lenguaje natural (texto/voz)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Estructura el trabajo en: Documentos, Números y Resumen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Cómo se usa (30s)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Hablas con el asistente (chat o voz)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Subes un documento; el asistente lo coloca en su sitio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Rellenas números; el asistente calcula y exporta a Excel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Pides un ‘resumen de la propiedad’ y lo genera en PDF/PPT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Esquema por propiedad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[Propiedad: Casa Demo]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  ├─ Documentos (carpetas y subcarpetas)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  │    • Compra: Escritura notarial, Registro público, Impuestos…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  │    • Reforma: Licencia de obra, Contrato arquitecto, Mapas de nivel…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  ├─ Números (tabla de variables)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  │    • Precio de venta, Costes, Impuestos, Honorarios…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  │    • Cálculo de totales y escenarios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  └─ Resumen (PDF/PPT)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       • Índice, Fotos demo, Executive summary, Mapa,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         Tabla de números, Gráfico en cascada, Fechas clave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Flujo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Crear/Seleccionar Propiedad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        ↓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Subir Documentos → Consultar/Resumir (Q&amp;A con citas)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        ↓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Rellenar Números → Calcular → Excel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        ↓</a:t>
            </a:r>
          </a:p>
          <a:p>
            <a:pPr>
              <a:defRPr sz="1800">
                <a:solidFill>
                  <a:srgbClr val="222222"/>
                </a:solidFill>
                <a:latin typeface="Consolas"/>
              </a:defRPr>
            </a:pPr>
            <a:r>
              <a:t>Generar Resumen (PDF/PPT) → Compartir por email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Documentos (qué aporta)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Estructura clara por carpetas: encuentras todo en segundos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Subida guiada: propone ubicación y pide confirmación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Preguntas sobre documentos: responde con citas (de dónde salió)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Números (qué aporta)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Una tabla única para todos los valores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Te dice qué falta; rellenas por voz/texto y calcula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Exporta a Excel para compartir o presentar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Resumen de la propiedad (PDF/PPT)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Documento listo para compartir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Se alimenta de Documentos + Números (sin inventar)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Estructura fija: índice, fotos demo, mapa, números y gráfico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Conversación natural (texto/voz)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‘¿Qué documentos faltan?’ ‘Sube este contrato aquí’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‘Pon precio de venta a 350.000€ y calcula’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‘Genera la ficha resumen y envíamela por email’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Ejemplo rápido de uso (storyboard)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‘Crea Casa Demo 6 en Calle Alameda 22’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‘Subo escritura notarial’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‘¿Qué números me faltan?’ → ‘Pon impuestos 7%’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‘Calcula’ → ‘Genera resumen en PDF’ → ‘Envíalo por email’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Beneficios para el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Orden y trazabilidad: todo por propiedad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Ahorro de tiempo (subida guiada, cálculos, resúmenes)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Mejor calidad: respuestas con evidencia y resultados consistentes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Seguridad y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Acceso seguro a datos y archivos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Eliminación ‘suave’ (se oculta, no se pierde por error)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Revisión y confirmación antes de subir/enviar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Demo en 5 minutos (guion)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Crear/seleccionar propiedad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Subir 1 documento (con propuesta de ubicación)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Mostrar ‘documentos subidos’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Rellenar 1–2 números y ‘calcular’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Generar ‘resumen de la propiedad’ y mostrar link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Opcional: ‘enviarlo por email’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D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Pilotar con 1–2 propiedades reales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Ajustar plantillas y vistas necesarias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Plan de adopción (equipo, tiempos, hitos)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