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7435"/>
                </a:solidFill>
              </a:defRPr>
            </a:pPr>
            <a:r>
              <a:t>Esquema por propiedad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424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22222"/>
                </a:solidFill>
                <a:latin typeface="Consolas"/>
              </a:defRPr>
            </a:pPr>
            <a:r>
              <a:t>[Propiedad]</a:t>
            </a:r>
          </a:p>
          <a:p>
            <a:pPr>
              <a:defRPr sz="1600">
                <a:solidFill>
                  <a:srgbClr val="222222"/>
                </a:solidFill>
                <a:latin typeface="Consolas"/>
              </a:defRPr>
            </a:pPr>
            <a:r>
              <a:t> ├─ Documentos</a:t>
            </a:r>
          </a:p>
          <a:p>
            <a:pPr>
              <a:defRPr sz="1600">
                <a:solidFill>
                  <a:srgbClr val="222222"/>
                </a:solidFill>
                <a:latin typeface="Consolas"/>
              </a:defRPr>
            </a:pPr>
            <a:r>
              <a:t> │   ├─ Compra</a:t>
            </a:r>
          </a:p>
          <a:p>
            <a:pPr>
              <a:defRPr sz="1600">
                <a:solidFill>
                  <a:srgbClr val="222222"/>
                </a:solidFill>
                <a:latin typeface="Consolas"/>
              </a:defRPr>
            </a:pPr>
            <a:r>
              <a:t> │   │   • Escritura notarial · Registro público · Impuestos</a:t>
            </a:r>
          </a:p>
          <a:p>
            <a:pPr>
              <a:defRPr sz="1600">
                <a:solidFill>
                  <a:srgbClr val="222222"/>
                </a:solidFill>
                <a:latin typeface="Consolas"/>
              </a:defRPr>
            </a:pPr>
            <a:r>
              <a:t> │   └─ Reforma / Docs diseño</a:t>
            </a:r>
          </a:p>
          <a:p>
            <a:pPr>
              <a:defRPr sz="1600">
                <a:solidFill>
                  <a:srgbClr val="222222"/>
                </a:solidFill>
                <a:latin typeface="Consolas"/>
              </a:defRPr>
            </a:pPr>
            <a:r>
              <a:t> │       • Licencia obra · Contrato arquitecto · Contrato aparejador · Mapas de nivel</a:t>
            </a:r>
          </a:p>
          <a:p>
            <a:pPr>
              <a:defRPr sz="1600">
                <a:solidFill>
                  <a:srgbClr val="222222"/>
                </a:solidFill>
                <a:latin typeface="Consolas"/>
              </a:defRPr>
            </a:pPr>
            <a:r>
              <a:t> └─ Números</a:t>
            </a:r>
          </a:p>
          <a:p>
            <a:pPr>
              <a:defRPr sz="1600">
                <a:solidFill>
                  <a:srgbClr val="222222"/>
                </a:solidFill>
                <a:latin typeface="Consolas"/>
              </a:defRPr>
            </a:pPr>
            <a:r>
              <a:t>     • Precio de venta · Costes · Impuestos · Honorarios (tabla de variables)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7435"/>
                </a:solidFill>
              </a:defRPr>
            </a:pPr>
            <a:r>
              <a:t>Plantillas: Documentos y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937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D7435"/>
                </a:solidFill>
              </a:defRPr>
            </a:pPr>
            <a:r>
              <a:t>Documentos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Compra: Escritura notarial, Registro público, Impuestos, Contrato privado, Comentarios ITP/IBA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Reforma / Docs diseño: Contrato arquitecto, Contrato aparejador, Licencia obra, Mapas de nivel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Organización por carpetas y subcarpetas claras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645920"/>
            <a:ext cx="5760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D7435"/>
                </a:solidFill>
              </a:defRPr>
            </a:pPr>
            <a:r>
              <a:t>Números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Variables clave: Precio de venta, Costes construcción, Impuestos, Honorarios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Qué falta: lista de pendientes para completar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Cálculo de totales, escenarios y exportación a Excel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7435"/>
                </a:solidFill>
              </a:defRPr>
            </a:pPr>
            <a:r>
              <a:t>Flujo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424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5A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222222"/>
                </a:solidFill>
              </a:defRPr>
            </a:pPr>
            <a:r>
              <a:t>Crear/Seleccionar Propiedad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→ Subir Documentos (propuesta y confirmación)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→ Consultar/Resumir (Q&amp;A con citas)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→ Rellenar Números → Calcular → Excel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→ Generar Resumen (PDF/PPT) → Compartir por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