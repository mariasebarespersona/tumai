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C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solidFill>
            <a:srgbClr val="1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RAMA Agentic AI</a:t>
            </a:r>
          </a:p>
          <a:p>
            <a:pPr algn="ctr">
              <a:defRPr sz="2000">
                <a:solidFill>
                  <a:srgbClr val="C5AC85"/>
                </a:solidFill>
              </a:defRPr>
            </a:pPr>
            <a:r>
              <a:t>Gestión integral de propiedades con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C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7435"/>
                </a:solidFill>
              </a:defRPr>
            </a:pPr>
            <a: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0972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7435"/>
                </a:solidFill>
              </a:defRPr>
            </a:pPr>
            <a:r>
              <a:t>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81818"/>
                </a:solidFill>
              </a:defRPr>
            </a:pPr>
            <a:r>
              <a:t>Asistente que centraliza el trabajo por propiedad</a:t>
            </a:r>
          </a:p>
          <a:p>
            <a:pPr>
              <a:defRPr sz="2200">
                <a:solidFill>
                  <a:srgbClr val="181818"/>
                </a:solidFill>
              </a:defRPr>
            </a:pPr>
            <a:r>
              <a:t>Conversación natural (texto/voz)</a:t>
            </a:r>
          </a:p>
          <a:p>
            <a:pPr>
              <a:defRPr sz="2200">
                <a:solidFill>
                  <a:srgbClr val="181818"/>
                </a:solidFill>
              </a:defRPr>
            </a:pPr>
            <a:r>
              <a:t>Tres plantillas: Documentos, Números y Resumen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3736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81818"/>
                </a:solidFill>
              </a:defRPr>
            </a:pPr>
            <a:r>
              <a:t>Documentos y versiones dispersas</a:t>
            </a:r>
          </a:p>
          <a:p>
            <a:pPr>
              <a:defRPr sz="2200">
                <a:solidFill>
                  <a:srgbClr val="181818"/>
                </a:solidFill>
              </a:defRPr>
            </a:pPr>
            <a:r>
              <a:t>Cálculos repartidos (Excel, correos, notas)</a:t>
            </a:r>
          </a:p>
          <a:p>
            <a:pPr>
              <a:defRPr sz="2200">
                <a:solidFill>
                  <a:srgbClr val="181818"/>
                </a:solidFill>
              </a:defRPr>
            </a:pPr>
            <a:r>
              <a:t>Tiempo perdido y decisiones con información incompleta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C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D7435"/>
                </a:solidFill>
              </a:defRPr>
            </a:pPr>
            <a:r>
              <a:t>Esquema por propiedad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15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5A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81818"/>
                </a:solidFill>
                <a:latin typeface="Consolas"/>
              </a:defRPr>
            </a:pPr>
            <a:r>
              <a:t>[Propiedad]</a:t>
            </a:r>
            <a:br/>
            <a:r>
              <a:t>  ├─ Documentos (carpetas y subcarpetas)</a:t>
            </a:r>
            <a:br/>
            <a:r>
              <a:t>  │    • Compra: Escritura notarial, Registro público, Impuestos…</a:t>
            </a:r>
            <a:br/>
            <a:r>
              <a:t>  │    • Reforma: Licencia obra, Contrato arquitecto, Mapas de nivel…</a:t>
            </a:r>
            <a:br/>
            <a:r>
              <a:t>  ├─ Números (tabla de variables)</a:t>
            </a:r>
            <a:br/>
            <a:r>
              <a:t>  │    • Precio de venta, Costes, Impuestos, Honorarios…</a:t>
            </a:r>
            <a:br/>
            <a:r>
              <a:t>  └─ Resumen (PDF/PPT)</a:t>
            </a:r>
            <a:br/>
            <a:r>
              <a:t>       • Índice, Fotos demo, Executive summary, Mapa,</a:t>
            </a:r>
            <a:br/>
            <a:r>
              <a:t>         Tabla de números, Gráfico en cascada, Fechas clave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C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7435"/>
                </a:solidFill>
              </a:defRPr>
            </a:pPr>
            <a:r>
              <a:t>Plantilla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0972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7435"/>
                </a:solidFill>
              </a:defRPr>
            </a:pPr>
            <a:r>
              <a:t>Plantilla Números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81818"/>
                </a:solidFill>
              </a:defRPr>
            </a:pPr>
            <a:r>
              <a:t>Compra: Escritura notarial, Registro público, Impuestos, Contrato privado, Comentarios ITP/IBA</a:t>
            </a:r>
          </a:p>
          <a:p>
            <a:pPr>
              <a:defRPr sz="2200">
                <a:solidFill>
                  <a:srgbClr val="181818"/>
                </a:solidFill>
              </a:defRPr>
            </a:pPr>
            <a:r>
              <a:t>Reforma / Docs diseño: Contrato arquitecto, Contrato aparejador, Licencia obra, Mapas de nivel</a:t>
            </a:r>
          </a:p>
          <a:p>
            <a:pPr>
              <a:defRPr sz="2200">
                <a:solidFill>
                  <a:srgbClr val="181818"/>
                </a:solidFill>
              </a:defRPr>
            </a:pPr>
            <a:r>
              <a:t>Estructura clara por carpetas y subcarpetas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3736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81818"/>
                </a:solidFill>
              </a:defRPr>
            </a:pPr>
            <a:r>
              <a:t>Variables clave: Precio de venta, Costes construcción, Impuestos, Honorarios</a:t>
            </a:r>
          </a:p>
          <a:p>
            <a:pPr>
              <a:defRPr sz="2200">
                <a:solidFill>
                  <a:srgbClr val="181818"/>
                </a:solidFill>
              </a:defRPr>
            </a:pPr>
            <a:r>
              <a:t>Qué falta: lista de pendientes para completar</a:t>
            </a:r>
          </a:p>
          <a:p>
            <a:pPr>
              <a:defRPr sz="2200">
                <a:solidFill>
                  <a:srgbClr val="181818"/>
                </a:solidFill>
              </a:defRPr>
            </a:pPr>
            <a:r>
              <a:t>Cálculo de totales, escenarios y exportación a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C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D7435"/>
                </a:solidFill>
              </a:defRPr>
            </a:pPr>
            <a:r>
              <a:t>Flujo de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15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5A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81818"/>
                </a:solidFill>
                <a:latin typeface="Consolas"/>
              </a:defRPr>
            </a:pPr>
            <a:r>
              <a:t>Crear/Seleccionar Propiedad → Subir Documentos (propuesta y confirmación)</a:t>
            </a:r>
            <a:br/>
            <a:r>
              <a:t>→ Consultar/Resumir (Q&amp;A con citas)</a:t>
            </a:r>
            <a:br/>
            <a:r>
              <a:t>→ Rellenar Números → Calcular → Excel</a:t>
            </a:r>
            <a:br/>
            <a:r>
              <a:t>→ Generar Resumen (PDF/PPT) → Compartir por 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